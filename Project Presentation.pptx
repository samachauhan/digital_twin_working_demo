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6F86A-0453-47BA-A783-E39F82E9115D}" v="19" dt="2026-06-03T08:47:36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TH SINGH CHAUHAN" userId="9bd3546cd0f44659" providerId="LiveId" clId="{35DA2044-75D9-4861-BF98-87F7A93BD6CB}"/>
    <pc:docChg chg="addSld delSld modSld">
      <pc:chgData name="SAMARTH SINGH CHAUHAN" userId="9bd3546cd0f44659" providerId="LiveId" clId="{35DA2044-75D9-4861-BF98-87F7A93BD6CB}" dt="2026-06-03T08:47:41.372" v="66" actId="5793"/>
      <pc:docMkLst>
        <pc:docMk/>
      </pc:docMkLst>
      <pc:sldChg chg="modSp new mod">
        <pc:chgData name="SAMARTH SINGH CHAUHAN" userId="9bd3546cd0f44659" providerId="LiveId" clId="{35DA2044-75D9-4861-BF98-87F7A93BD6CB}" dt="2026-06-03T08:43:26.973" v="22" actId="207"/>
        <pc:sldMkLst>
          <pc:docMk/>
          <pc:sldMk cId="2969569398" sldId="256"/>
        </pc:sldMkLst>
        <pc:spChg chg="mod">
          <ac:chgData name="SAMARTH SINGH CHAUHAN" userId="9bd3546cd0f44659" providerId="LiveId" clId="{35DA2044-75D9-4861-BF98-87F7A93BD6CB}" dt="2026-06-03T08:43:26.973" v="22" actId="207"/>
          <ac:spMkLst>
            <pc:docMk/>
            <pc:sldMk cId="2969569398" sldId="256"/>
            <ac:spMk id="2" creationId="{BF67BA60-5FC0-3392-20C9-E07E793EE4BB}"/>
          </ac:spMkLst>
        </pc:spChg>
        <pc:spChg chg="mod">
          <ac:chgData name="SAMARTH SINGH CHAUHAN" userId="9bd3546cd0f44659" providerId="LiveId" clId="{35DA2044-75D9-4861-BF98-87F7A93BD6CB}" dt="2026-06-03T08:43:09.228" v="21" actId="255"/>
          <ac:spMkLst>
            <pc:docMk/>
            <pc:sldMk cId="2969569398" sldId="256"/>
            <ac:spMk id="3" creationId="{37B10349-69D4-A6BD-9795-E4EE00ED8044}"/>
          </ac:spMkLst>
        </pc:spChg>
      </pc:sldChg>
      <pc:sldChg chg="addSp delSp modSp new mod">
        <pc:chgData name="SAMARTH SINGH CHAUHAN" userId="9bd3546cd0f44659" providerId="LiveId" clId="{35DA2044-75D9-4861-BF98-87F7A93BD6CB}" dt="2026-06-03T08:45:07.601" v="38" actId="1076"/>
        <pc:sldMkLst>
          <pc:docMk/>
          <pc:sldMk cId="3190353720" sldId="257"/>
        </pc:sldMkLst>
        <pc:spChg chg="mod">
          <ac:chgData name="SAMARTH SINGH CHAUHAN" userId="9bd3546cd0f44659" providerId="LiveId" clId="{35DA2044-75D9-4861-BF98-87F7A93BD6CB}" dt="2026-06-03T08:44:59.327" v="37" actId="207"/>
          <ac:spMkLst>
            <pc:docMk/>
            <pc:sldMk cId="3190353720" sldId="257"/>
            <ac:spMk id="2" creationId="{528E2191-6803-07D8-38F8-1B8E306963E3}"/>
          </ac:spMkLst>
        </pc:spChg>
        <pc:spChg chg="del mod">
          <ac:chgData name="SAMARTH SINGH CHAUHAN" userId="9bd3546cd0f44659" providerId="LiveId" clId="{35DA2044-75D9-4861-BF98-87F7A93BD6CB}" dt="2026-06-03T08:43:55.314" v="25"/>
          <ac:spMkLst>
            <pc:docMk/>
            <pc:sldMk cId="3190353720" sldId="257"/>
            <ac:spMk id="3" creationId="{F7B2B92F-3243-F120-74EB-7DD7CD6594FA}"/>
          </ac:spMkLst>
        </pc:spChg>
        <pc:spChg chg="add mod">
          <ac:chgData name="SAMARTH SINGH CHAUHAN" userId="9bd3546cd0f44659" providerId="LiveId" clId="{35DA2044-75D9-4861-BF98-87F7A93BD6CB}" dt="2026-06-03T08:45:07.601" v="38" actId="1076"/>
          <ac:spMkLst>
            <pc:docMk/>
            <pc:sldMk cId="3190353720" sldId="257"/>
            <ac:spMk id="4" creationId="{38A789C3-1A33-76F0-D0A2-7CFF2C07DC29}"/>
          </ac:spMkLst>
        </pc:spChg>
      </pc:sldChg>
      <pc:sldChg chg="addSp delSp modSp new mod">
        <pc:chgData name="SAMARTH SINGH CHAUHAN" userId="9bd3546cd0f44659" providerId="LiveId" clId="{35DA2044-75D9-4861-BF98-87F7A93BD6CB}" dt="2026-06-03T08:46:13.398" v="50" actId="207"/>
        <pc:sldMkLst>
          <pc:docMk/>
          <pc:sldMk cId="2481180538" sldId="258"/>
        </pc:sldMkLst>
        <pc:spChg chg="mod">
          <ac:chgData name="SAMARTH SINGH CHAUHAN" userId="9bd3546cd0f44659" providerId="LiveId" clId="{35DA2044-75D9-4861-BF98-87F7A93BD6CB}" dt="2026-06-03T08:45:26.883" v="41" actId="207"/>
          <ac:spMkLst>
            <pc:docMk/>
            <pc:sldMk cId="2481180538" sldId="258"/>
            <ac:spMk id="2" creationId="{1EEBFC1E-55F9-2AB4-AD25-4D8F84FECC94}"/>
          </ac:spMkLst>
        </pc:spChg>
        <pc:spChg chg="del mod">
          <ac:chgData name="SAMARTH SINGH CHAUHAN" userId="9bd3546cd0f44659" providerId="LiveId" clId="{35DA2044-75D9-4861-BF98-87F7A93BD6CB}" dt="2026-06-03T08:45:43.340" v="42"/>
          <ac:spMkLst>
            <pc:docMk/>
            <pc:sldMk cId="2481180538" sldId="258"/>
            <ac:spMk id="3" creationId="{9888D931-F245-8163-AF7E-31AF58BEB7E2}"/>
          </ac:spMkLst>
        </pc:spChg>
        <pc:spChg chg="add mod">
          <ac:chgData name="SAMARTH SINGH CHAUHAN" userId="9bd3546cd0f44659" providerId="LiveId" clId="{35DA2044-75D9-4861-BF98-87F7A93BD6CB}" dt="2026-06-03T08:46:13.398" v="50" actId="207"/>
          <ac:spMkLst>
            <pc:docMk/>
            <pc:sldMk cId="2481180538" sldId="258"/>
            <ac:spMk id="4" creationId="{A1F4F9DE-BA00-8428-FA81-AC19BE7AE1EC}"/>
          </ac:spMkLst>
        </pc:spChg>
      </pc:sldChg>
      <pc:sldChg chg="addSp delSp modSp new mod">
        <pc:chgData name="SAMARTH SINGH CHAUHAN" userId="9bd3546cd0f44659" providerId="LiveId" clId="{35DA2044-75D9-4861-BF98-87F7A93BD6CB}" dt="2026-06-03T08:47:41.372" v="66" actId="5793"/>
        <pc:sldMkLst>
          <pc:docMk/>
          <pc:sldMk cId="2797328114" sldId="259"/>
        </pc:sldMkLst>
        <pc:spChg chg="mod">
          <ac:chgData name="SAMARTH SINGH CHAUHAN" userId="9bd3546cd0f44659" providerId="LiveId" clId="{35DA2044-75D9-4861-BF98-87F7A93BD6CB}" dt="2026-06-03T08:46:41.451" v="53" actId="207"/>
          <ac:spMkLst>
            <pc:docMk/>
            <pc:sldMk cId="2797328114" sldId="259"/>
            <ac:spMk id="2" creationId="{57D9C455-E1BB-17BB-C710-85F3661A0992}"/>
          </ac:spMkLst>
        </pc:spChg>
        <pc:spChg chg="del mod">
          <ac:chgData name="SAMARTH SINGH CHAUHAN" userId="9bd3546cd0f44659" providerId="LiveId" clId="{35DA2044-75D9-4861-BF98-87F7A93BD6CB}" dt="2026-06-03T08:46:55.673" v="54"/>
          <ac:spMkLst>
            <pc:docMk/>
            <pc:sldMk cId="2797328114" sldId="259"/>
            <ac:spMk id="3" creationId="{173ED911-2D41-C5E1-9487-7995C5964F72}"/>
          </ac:spMkLst>
        </pc:spChg>
        <pc:spChg chg="add mod">
          <ac:chgData name="SAMARTH SINGH CHAUHAN" userId="9bd3546cd0f44659" providerId="LiveId" clId="{35DA2044-75D9-4861-BF98-87F7A93BD6CB}" dt="2026-06-03T08:47:41.372" v="66" actId="5793"/>
          <ac:spMkLst>
            <pc:docMk/>
            <pc:sldMk cId="2797328114" sldId="259"/>
            <ac:spMk id="4" creationId="{F677EF99-12AD-C688-7C02-05A2A3F0CAB6}"/>
          </ac:spMkLst>
        </pc:spChg>
      </pc:sldChg>
      <pc:sldChg chg="modSp new del">
        <pc:chgData name="SAMARTH SINGH CHAUHAN" userId="9bd3546cd0f44659" providerId="LiveId" clId="{35DA2044-75D9-4861-BF98-87F7A93BD6CB}" dt="2026-06-03T08:47:03.637" v="56" actId="47"/>
        <pc:sldMkLst>
          <pc:docMk/>
          <pc:sldMk cId="11649101" sldId="260"/>
        </pc:sldMkLst>
        <pc:spChg chg="mod">
          <ac:chgData name="SAMARTH SINGH CHAUHAN" userId="9bd3546cd0f44659" providerId="LiveId" clId="{35DA2044-75D9-4861-BF98-87F7A93BD6CB}" dt="2026-06-03T08:42:05.841" v="5"/>
          <ac:spMkLst>
            <pc:docMk/>
            <pc:sldMk cId="11649101" sldId="260"/>
            <ac:spMk id="2" creationId="{A1796CE4-4CD5-2D68-5298-DC1E423E9A52}"/>
          </ac:spMkLst>
        </pc:spChg>
        <pc:spChg chg="mod">
          <ac:chgData name="SAMARTH SINGH CHAUHAN" userId="9bd3546cd0f44659" providerId="LiveId" clId="{35DA2044-75D9-4861-BF98-87F7A93BD6CB}" dt="2026-06-03T08:42:05.841" v="5"/>
          <ac:spMkLst>
            <pc:docMk/>
            <pc:sldMk cId="11649101" sldId="260"/>
            <ac:spMk id="3" creationId="{2E710BEA-61AA-260B-76D9-2C2D37247F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3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0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48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17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41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5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7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1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0197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950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920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568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5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53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EAF18-B7C4-4EF8-9C28-0ADFFF13F7D1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825727-64F6-4E0F-9C4B-D238B8E49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4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BA60-5FC0-3392-20C9-E07E793EE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330244"/>
            <a:ext cx="7766936" cy="1720591"/>
          </a:xfrm>
        </p:spPr>
        <p:txBody>
          <a:bodyPr/>
          <a:lstStyle/>
          <a:p>
            <a:pPr algn="ctr"/>
            <a:r>
              <a:rPr lang="en-US" sz="4000" dirty="0" err="1">
                <a:solidFill>
                  <a:schemeClr val="accent5"/>
                </a:solidFill>
              </a:rPr>
              <a:t>nhanceTwin</a:t>
            </a:r>
            <a:r>
              <a:rPr lang="en-US" sz="4000" dirty="0">
                <a:solidFill>
                  <a:schemeClr val="accent5"/>
                </a:solidFill>
              </a:rPr>
              <a:t>: Digital Twin for the Built World</a:t>
            </a:r>
            <a:r>
              <a:rPr lang="en-US" dirty="0">
                <a:solidFill>
                  <a:schemeClr val="accent5"/>
                </a:solidFill>
              </a:rPr>
              <a:t>.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10349-69D4-A6BD-9795-E4EE00ED8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The Future is Smart.</a:t>
            </a:r>
          </a:p>
        </p:txBody>
      </p:sp>
    </p:spTree>
    <p:extLst>
      <p:ext uri="{BB962C8B-B14F-4D97-AF65-F5344CB8AC3E}">
        <p14:creationId xmlns:p14="http://schemas.microsoft.com/office/powerpoint/2010/main" val="2969569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2191-6803-07D8-38F8-1B8E3069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The "Power of One" Concept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A789C3-1A33-76F0-D0A2-7CFF2C07DC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9953" y="2767211"/>
            <a:ext cx="8596668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Unified 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Encapsulates smart building innovation within a single, intuitive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Data Integrity: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Seamlessly unifies and updates all facility data to maintain an accurate, integrated digital picture.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353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FC1E-55F9-2AB4-AD25-4D8F84FE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/>
                </a:solidFill>
              </a:rPr>
              <a:t>System Architecture &amp; Interoperability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F4F9DE-BA00-8428-FA81-AC19BE7AE1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2199" y="2177779"/>
            <a:ext cx="1022664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Modular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Built like Lego blocks, allowing for user-centric feature additions and strict access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Middleware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Open standards ensure seamless integration with a wide range of APIs.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Hardware Agnostic: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Pre-equipped for immediate synergy with best-of-breed global hardware and sensors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8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C455-E1BB-17BB-C710-85F3661A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/>
                </a:solidFill>
              </a:rPr>
              <a:t>Analytics, Visualization &amp; ROI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77EF99-12AD-C688-7C02-05A2A3F0CA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000799"/>
            <a:ext cx="9027105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Comprehensive Dashboards: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Real-time visualization of occupancy, energy, air quality, and asset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AI-Driven Insights: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Actionable intelligence powered by machine learning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Business 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Google Sans Text"/>
              </a:rPr>
              <a:t> Enterprises can see returns of up to $11 for every $1.21 invested.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3281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155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Google Sans Text</vt:lpstr>
      <vt:lpstr>Trebuchet MS</vt:lpstr>
      <vt:lpstr>Wingdings 3</vt:lpstr>
      <vt:lpstr>Facet</vt:lpstr>
      <vt:lpstr>nhanceTwin: Digital Twin for the Built World.</vt:lpstr>
      <vt:lpstr>The "Power of One" Concept</vt:lpstr>
      <vt:lpstr>System Architecture &amp; Interoperability</vt:lpstr>
      <vt:lpstr>Analytics, Visualization &amp; ROI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SINGH CHAUHAN</dc:creator>
  <cp:lastModifiedBy>SAMARTH SINGH CHAUHAN</cp:lastModifiedBy>
  <cp:revision>1</cp:revision>
  <dcterms:created xsi:type="dcterms:W3CDTF">2026-06-03T08:41:38Z</dcterms:created>
  <dcterms:modified xsi:type="dcterms:W3CDTF">2026-06-03T08:47:41Z</dcterms:modified>
</cp:coreProperties>
</file>